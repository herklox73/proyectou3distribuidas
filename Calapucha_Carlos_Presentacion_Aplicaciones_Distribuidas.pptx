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/>
  <p:notesSz cx="6858000" cy="9144000"/>
  <p:embeddedFontLst>
    <p:embeddedFont>
      <p:font typeface="Arial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  <Relationship Id="rId9" Type="http://schemas.openxmlformats.org/officeDocument/2006/relationships/slide" Target="slides/slide3.xml"/>
  <Relationship Id="rId10" Type="http://schemas.openxmlformats.org/officeDocument/2006/relationships/slide" Target="slides/slide4.xml"/>
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5409" y="3940673"/>
            <a:ext cx="10611145" cy="10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7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MassSend: Mensajería Masiva de WhatsApp</a:t>
            </a:r>
          </a:p>
          <a:p>
            <a:pPr algn="ctr">
              <a:lnSpc>
                <a:spcPts val="2687"/>
              </a:lnSpc>
            </a:pPr>
            <a:r>
              <a:rPr lang="en-US" sz="27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Arquitectura distribuida: clúster, IA local y almacenamiento protegido</a:t>
            </a:r>
          </a:p>
          <a:p>
            <a:pPr algn="ctr">
              <a:lnSpc>
                <a:spcPts val="2687"/>
              </a:lnSpc>
            </a:pPr>
            <a:endParaRPr lang="en-US" sz="2799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7413" y="5840359"/>
            <a:ext cx="2177577" cy="39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Estudiante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90314" y="6255391"/>
            <a:ext cx="2771775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Calapucha</a:t>
            </a:r>
            <a:r>
              <a:rPr lang="en-US" sz="27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Carlos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7413" y="7710164"/>
            <a:ext cx="2177577" cy="390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7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Docente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66056" y="8321688"/>
            <a:ext cx="3724275" cy="371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Ing. Geovanny Brito Casanova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que resuelve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Comunicación manual con cientos de clientes: lenta, sin registro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MassSend: campañas masivas personalizadas por WhatsApp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Imagen o video adjunto, control por créditos y pagos reales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Cuentas protegidas: OTP por correo, 2FA y Google OAuth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pantalla de inicio del sistema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y tecnologías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servicios Docker: React+Nginx (x3), Django, Node/Baileys, Ollama, PocketBase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Clúster Docker Swarm: balanceo ingress, base de datos única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Síncrono: REST y RPC a la IA · Asíncrono: colas de mensajes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diagrama de arquitectura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Módulo principal: campañas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Contactos CSV + etiquetas · plantilla con {{nombre}}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Envío por lotes en segundo plano · progreso por WebSocket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Reportes de entregas, lecturas y fallos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página de campañas + mensaje recibido en WhatsApp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 y autenticación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JWT + Google OAuth 2.0 · rutas protegidas por roles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Verificación de cuenta con OTP y recuperación con token (correo)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2FA TOTP con QR: Google Authenticator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QR del TOTP + correo con código OTP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Pagos y créditos (sandbox)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crédito = 1 mensaje · 10 créditos gratis al registrarse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PayPal y PayPhone: confirmación contra la API del proveedor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Admin de transacciones: estados, historial y auditoría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pago sandbox + admin de transacciones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local y almacenamiento protegido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Asistente Ollama (qwen2.5:0.5b): guía del sistema y redacción de mensajes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RPC síncrono con latencia visible y control de errores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PocketBase: fotos/videos en colección privada · entrega solo autenticada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asistente IA respondiendo + colección campaign_media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Clúster Swarm y colas de mensajes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 3/3 réplicas · balanceo ingress · BD única (consistencia)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Cola de correos con worker · cola de envíos de WhatsApp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Productor → mensaje → consumidor: sin bloquear la aplicación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docker stack services + logs de la cola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29" y="2257301"/>
            <a:ext cx="16728148" cy="6903720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spcAft>
                <a:spcPts val="1400"/>
              </a:spcAft>
              <a:buNone/>
            </a:pPr>
            <a:r>
              <a:rPr lang="es-EC" sz="4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Repositorio y conclusiones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distribuido completo: replicable, seguro y con IA sin costos de nube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seguridad se aplicó por capas: identidad, roles, archivos y pagos</a:t>
            </a:r>
          </a:p>
          <a:p>
            <a:pPr marL="571500" lvl="1" indent="-457200" algn="l">
              <a:lnSpc>
                <a:spcPts val="4000"/>
              </a:lnSpc>
              <a:buFont typeface="Arial"/>
              <a:buChar char="•"/>
            </a:pPr>
            <a:r>
              <a:rPr lang="es-EC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retos reales fueron de integración: logs y pruebas incrementales</a:t>
            </a:r>
          </a:p>
          <a:p>
            <a:pPr marL="114300" indent="0" algn="l">
              <a:lnSpc>
                <a:spcPts val="3000"/>
              </a:lnSpc>
              <a:spcBef>
                <a:spcPts val="1200"/>
              </a:spcBef>
              <a:buNone/>
            </a:pPr>
            <a:r>
              <a:rPr lang="es-EC" sz="1800" i="1">
                <a:solidFill>
                  <a:srgbClr val="C9E5CC"/>
                </a:solidFill>
                <a:latin typeface="Arial"/>
                <a:ea typeface="Arial"/>
                <a:cs typeface="Arial"/>
                <a:sym typeface="Arial"/>
              </a:rPr>
              <a:t>[ CAPTURA: repositorio actualizado en GitHub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Personalizado</PresentationFormat>
  <Paragraphs>15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Arial Bold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Eduardo Benavides | Carlos Calapucha | Helem Quintero</dc:title>
  <cp:lastModifiedBy>CARLOS VICENTE CALAPUCHA �ACATA</cp:lastModifiedBy>
  <cp:revision>2</cp:revision>
  <dcterms:created xsi:type="dcterms:W3CDTF">2006-08-16T00:00:00Z</dcterms:created>
  <dcterms:modified xsi:type="dcterms:W3CDTF">2026-07-26T16:37:06Z</dcterms:modified>
  <dc:identifier>DAHQK3jZkf8</dc:identifier>
</cp:coreProperties>
</file>